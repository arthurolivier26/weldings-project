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Soutenance - Challenge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Structure de présentation – 30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 Introduction (</a:t>
            </a:r>
            <a:r>
              <a:rPr lang="fr-CA" dirty="0"/>
              <a:t>1</a:t>
            </a:r>
            <a:r>
              <a:rPr dirty="0"/>
              <a:t>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Présentation</a:t>
            </a:r>
            <a:r>
              <a:rPr dirty="0"/>
              <a:t> </a:t>
            </a:r>
            <a:r>
              <a:rPr dirty="0" err="1"/>
              <a:t>rapide</a:t>
            </a:r>
            <a:r>
              <a:rPr dirty="0"/>
              <a:t> de </a:t>
            </a:r>
            <a:r>
              <a:rPr dirty="0" err="1"/>
              <a:t>l’équipe</a:t>
            </a:r>
            <a:r>
              <a:rPr dirty="0"/>
              <a:t> (</a:t>
            </a:r>
            <a:r>
              <a:rPr dirty="0" err="1"/>
              <a:t>rôles</a:t>
            </a:r>
            <a:r>
              <a:rPr dirty="0"/>
              <a:t> et </a:t>
            </a:r>
            <a:r>
              <a:rPr dirty="0" err="1"/>
              <a:t>prénoms</a:t>
            </a:r>
            <a:r>
              <a:rPr dirty="0"/>
              <a:t>)</a:t>
            </a:r>
          </a:p>
          <a:p>
            <a:r>
              <a:rPr dirty="0"/>
              <a:t>Objectif </a:t>
            </a:r>
            <a:r>
              <a:rPr dirty="0" err="1"/>
              <a:t>général</a:t>
            </a:r>
            <a:r>
              <a:rPr dirty="0"/>
              <a:t> du challenge</a:t>
            </a:r>
          </a:p>
          <a:p>
            <a:r>
              <a:rPr lang="fr-CA" dirty="0"/>
              <a:t>Restitution enjeux de </a:t>
            </a:r>
            <a:r>
              <a:rPr lang="fr-CA" dirty="0" err="1"/>
              <a:t>trustworthy</a:t>
            </a:r>
            <a:r>
              <a:rPr lang="fr-CA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2. Architecture </a:t>
            </a:r>
            <a:r>
              <a:rPr dirty="0" err="1"/>
              <a:t>globale</a:t>
            </a:r>
            <a:r>
              <a:rPr dirty="0"/>
              <a:t> de la solution (</a:t>
            </a:r>
            <a:r>
              <a:rPr lang="fr-CA" dirty="0"/>
              <a:t>3</a:t>
            </a:r>
            <a:r>
              <a:rPr dirty="0"/>
              <a:t>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1800" dirty="0" err="1"/>
              <a:t>Présentation</a:t>
            </a:r>
            <a:r>
              <a:rPr sz="1800" dirty="0"/>
              <a:t> </a:t>
            </a:r>
            <a:r>
              <a:rPr sz="1800" dirty="0" err="1"/>
              <a:t>schématique</a:t>
            </a:r>
            <a:r>
              <a:rPr sz="1800" dirty="0"/>
              <a:t> du pipeline de </a:t>
            </a:r>
            <a:r>
              <a:rPr sz="1800" dirty="0" err="1"/>
              <a:t>traitement</a:t>
            </a:r>
            <a:endParaRPr sz="1800" dirty="0"/>
          </a:p>
          <a:p>
            <a:r>
              <a:rPr sz="1800" dirty="0"/>
              <a:t>Description des </a:t>
            </a:r>
            <a:r>
              <a:rPr sz="1800" dirty="0" err="1"/>
              <a:t>grandes</a:t>
            </a:r>
            <a:r>
              <a:rPr sz="1800" dirty="0"/>
              <a:t> </a:t>
            </a:r>
            <a:r>
              <a:rPr sz="1800" dirty="0" err="1"/>
              <a:t>étapes</a:t>
            </a:r>
            <a:r>
              <a:rPr sz="1800" dirty="0"/>
              <a:t> : preprocessing, </a:t>
            </a:r>
            <a:r>
              <a:rPr sz="1800" dirty="0" err="1"/>
              <a:t>modèle</a:t>
            </a:r>
            <a:r>
              <a:rPr sz="1800" dirty="0"/>
              <a:t>(s), post-</a:t>
            </a:r>
            <a:r>
              <a:rPr sz="1800" dirty="0" err="1"/>
              <a:t>traitement</a:t>
            </a:r>
            <a:endParaRPr sz="1800" dirty="0"/>
          </a:p>
          <a:p>
            <a:r>
              <a:rPr sz="1800" dirty="0" err="1"/>
              <a:t>Quels</a:t>
            </a:r>
            <a:r>
              <a:rPr sz="1800" dirty="0"/>
              <a:t> </a:t>
            </a:r>
            <a:r>
              <a:rPr sz="1800" dirty="0" err="1"/>
              <a:t>enjeux</a:t>
            </a:r>
            <a:r>
              <a:rPr sz="1800" dirty="0"/>
              <a:t> </a:t>
            </a:r>
            <a:r>
              <a:rPr sz="1800" dirty="0" err="1"/>
              <a:t>sont</a:t>
            </a:r>
            <a:r>
              <a:rPr sz="1800" dirty="0"/>
              <a:t> </a:t>
            </a:r>
            <a:r>
              <a:rPr sz="1800" dirty="0" err="1"/>
              <a:t>visés</a:t>
            </a:r>
            <a:r>
              <a:rPr sz="1800" dirty="0"/>
              <a:t> ? </a:t>
            </a:r>
            <a:r>
              <a:rPr sz="1800" dirty="0" err="1"/>
              <a:t>Quels</a:t>
            </a:r>
            <a:r>
              <a:rPr sz="1800" dirty="0"/>
              <a:t> </a:t>
            </a:r>
            <a:r>
              <a:rPr sz="1800" dirty="0" err="1"/>
              <a:t>problèmes</a:t>
            </a:r>
            <a:r>
              <a:rPr sz="1800" dirty="0"/>
              <a:t> </a:t>
            </a:r>
            <a:r>
              <a:rPr sz="1800" dirty="0" err="1"/>
              <a:t>sont</a:t>
            </a:r>
            <a:r>
              <a:rPr sz="1800" dirty="0"/>
              <a:t> </a:t>
            </a:r>
            <a:r>
              <a:rPr sz="1800" dirty="0" err="1"/>
              <a:t>adressés</a:t>
            </a:r>
            <a:r>
              <a:rPr sz="1800" dirty="0"/>
              <a:t>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</a:t>
            </a:r>
            <a:r>
              <a:rPr dirty="0" err="1"/>
              <a:t>Détails</a:t>
            </a:r>
            <a:r>
              <a:rPr dirty="0"/>
              <a:t> techniques (</a:t>
            </a:r>
            <a:r>
              <a:rPr lang="fr-CA" dirty="0"/>
              <a:t>7</a:t>
            </a:r>
            <a:r>
              <a:rPr dirty="0"/>
              <a:t>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 err="1"/>
              <a:t>Prétraitement</a:t>
            </a:r>
            <a:r>
              <a:rPr sz="2400" dirty="0"/>
              <a:t> des </a:t>
            </a:r>
            <a:r>
              <a:rPr sz="2400" dirty="0" err="1"/>
              <a:t>données</a:t>
            </a:r>
            <a:r>
              <a:rPr sz="2400" dirty="0"/>
              <a:t> : </a:t>
            </a:r>
            <a:r>
              <a:rPr sz="2400" dirty="0" err="1"/>
              <a:t>nettoyage</a:t>
            </a:r>
            <a:r>
              <a:rPr sz="2400" dirty="0"/>
              <a:t>, </a:t>
            </a:r>
            <a:r>
              <a:rPr sz="2400" dirty="0" err="1"/>
              <a:t>encodage</a:t>
            </a:r>
            <a:r>
              <a:rPr sz="2400" dirty="0"/>
              <a:t>, features</a:t>
            </a:r>
          </a:p>
          <a:p>
            <a:r>
              <a:rPr sz="2400" dirty="0"/>
              <a:t>Choix du </a:t>
            </a:r>
            <a:r>
              <a:rPr sz="2400" dirty="0" err="1"/>
              <a:t>ou</a:t>
            </a:r>
            <a:r>
              <a:rPr sz="2400" dirty="0"/>
              <a:t> des </a:t>
            </a:r>
            <a:r>
              <a:rPr sz="2400" dirty="0" err="1"/>
              <a:t>modèles</a:t>
            </a:r>
            <a:r>
              <a:rPr sz="2400" dirty="0"/>
              <a:t> et justification</a:t>
            </a:r>
          </a:p>
          <a:p>
            <a:r>
              <a:rPr sz="2400" dirty="0" err="1"/>
              <a:t>Stratégie</a:t>
            </a:r>
            <a:r>
              <a:rPr sz="2400" dirty="0"/>
              <a:t> de validation (cross-validation, split, etc.)</a:t>
            </a:r>
          </a:p>
          <a:p>
            <a:r>
              <a:rPr sz="2400" dirty="0" err="1"/>
              <a:t>Optimisation</a:t>
            </a:r>
            <a:r>
              <a:rPr sz="2400" dirty="0"/>
              <a:t> : </a:t>
            </a:r>
            <a:r>
              <a:rPr sz="2400" dirty="0" err="1"/>
              <a:t>hyperparamètres</a:t>
            </a:r>
            <a:r>
              <a:rPr sz="2400" dirty="0"/>
              <a:t>, gestion du temps de </a:t>
            </a:r>
            <a:r>
              <a:rPr sz="2400" dirty="0" err="1"/>
              <a:t>calcul</a:t>
            </a:r>
            <a:endParaRPr sz="2400" dirty="0"/>
          </a:p>
          <a:p>
            <a:r>
              <a:rPr sz="2400" dirty="0" err="1"/>
              <a:t>Utilisation</a:t>
            </a:r>
            <a:r>
              <a:rPr sz="2400" dirty="0"/>
              <a:t> de techniques </a:t>
            </a:r>
            <a:r>
              <a:rPr sz="2400" dirty="0" err="1"/>
              <a:t>d’ensemble</a:t>
            </a:r>
            <a:r>
              <a:rPr sz="2400" dirty="0"/>
              <a:t> </a:t>
            </a:r>
            <a:r>
              <a:rPr sz="2400" dirty="0" err="1"/>
              <a:t>ou</a:t>
            </a:r>
            <a:r>
              <a:rPr sz="2400" dirty="0"/>
              <a:t> </a:t>
            </a:r>
            <a:r>
              <a:rPr sz="2400" dirty="0" err="1"/>
              <a:t>d’augmentation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dirty="0"/>
              <a:t>4. </a:t>
            </a:r>
            <a:r>
              <a:rPr sz="3200" dirty="0" err="1"/>
              <a:t>Analyse</a:t>
            </a:r>
            <a:r>
              <a:rPr sz="3200" dirty="0"/>
              <a:t> des performances (</a:t>
            </a:r>
            <a:r>
              <a:rPr lang="fr-CA" sz="3200" dirty="0"/>
              <a:t>3</a:t>
            </a:r>
            <a:r>
              <a:rPr sz="3200" dirty="0"/>
              <a:t>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 err="1"/>
              <a:t>Présentation</a:t>
            </a:r>
            <a:r>
              <a:rPr sz="2400" dirty="0"/>
              <a:t> </a:t>
            </a:r>
            <a:r>
              <a:rPr lang="fr-CA" sz="2400" dirty="0"/>
              <a:t> et </a:t>
            </a:r>
            <a:r>
              <a:rPr lang="fr-CA" sz="2400" dirty="0" err="1"/>
              <a:t>interpretation</a:t>
            </a:r>
            <a:r>
              <a:rPr lang="fr-CA" sz="2400" dirty="0"/>
              <a:t> </a:t>
            </a:r>
            <a:r>
              <a:rPr sz="2400" dirty="0"/>
              <a:t>des scores </a:t>
            </a:r>
            <a:r>
              <a:rPr sz="2400" dirty="0" err="1"/>
              <a:t>obtenus</a:t>
            </a:r>
            <a:r>
              <a:rPr lang="fr-CA" sz="2400" dirty="0"/>
              <a:t>.</a:t>
            </a:r>
            <a:endParaRPr sz="2400" dirty="0"/>
          </a:p>
          <a:p>
            <a:r>
              <a:rPr lang="fr-CA" sz="2400" dirty="0"/>
              <a:t>Analyse des forces et des faiblesses.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800" dirty="0"/>
              <a:t>5. Perspectives &amp; travaux non </a:t>
            </a:r>
            <a:r>
              <a:rPr sz="2800" dirty="0" err="1"/>
              <a:t>fructueux</a:t>
            </a:r>
            <a:r>
              <a:rPr sz="2800" dirty="0"/>
              <a:t> (</a:t>
            </a:r>
            <a:r>
              <a:rPr lang="fr-CA" sz="2800" dirty="0"/>
              <a:t>5</a:t>
            </a:r>
            <a:r>
              <a:rPr sz="2800" dirty="0"/>
              <a:t>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 err="1"/>
              <a:t>Tentatives</a:t>
            </a:r>
            <a:r>
              <a:rPr sz="2400" dirty="0"/>
              <a:t> </a:t>
            </a:r>
            <a:r>
              <a:rPr sz="2400" dirty="0" err="1"/>
              <a:t>infructueuses</a:t>
            </a:r>
            <a:r>
              <a:rPr sz="2400" dirty="0"/>
              <a:t> : </a:t>
            </a:r>
            <a:r>
              <a:rPr sz="2400" dirty="0" err="1"/>
              <a:t>pourquoi</a:t>
            </a:r>
            <a:r>
              <a:rPr sz="2400" dirty="0"/>
              <a:t> </a:t>
            </a:r>
            <a:r>
              <a:rPr sz="2400" dirty="0" err="1"/>
              <a:t>elles</a:t>
            </a:r>
            <a:r>
              <a:rPr sz="2400" dirty="0"/>
              <a:t> </a:t>
            </a:r>
            <a:r>
              <a:rPr sz="2400" dirty="0" err="1"/>
              <a:t>n'ont</a:t>
            </a:r>
            <a:r>
              <a:rPr sz="2400" dirty="0"/>
              <a:t> pas </a:t>
            </a:r>
            <a:r>
              <a:rPr sz="2400" dirty="0" err="1"/>
              <a:t>abouti</a:t>
            </a:r>
            <a:endParaRPr sz="2400" dirty="0"/>
          </a:p>
          <a:p>
            <a:r>
              <a:rPr sz="2400" dirty="0" err="1"/>
              <a:t>Idées</a:t>
            </a:r>
            <a:r>
              <a:rPr sz="2400" dirty="0"/>
              <a:t> </a:t>
            </a:r>
            <a:r>
              <a:rPr sz="2400" dirty="0" err="1"/>
              <a:t>d’amélioration</a:t>
            </a:r>
            <a:r>
              <a:rPr sz="2400" dirty="0"/>
              <a:t> futures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Conclusion (1 minute)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Résumé des </a:t>
            </a:r>
            <a:r>
              <a:rPr dirty="0" err="1"/>
              <a:t>choix</a:t>
            </a:r>
            <a:r>
              <a:rPr dirty="0"/>
              <a:t> techniques </a:t>
            </a:r>
            <a:r>
              <a:rPr dirty="0" err="1"/>
              <a:t>clés</a:t>
            </a:r>
            <a:endParaRPr dirty="0"/>
          </a:p>
          <a:p>
            <a:r>
              <a:rPr dirty="0" err="1"/>
              <a:t>Bilan</a:t>
            </a:r>
            <a:r>
              <a:rPr dirty="0"/>
              <a:t> </a:t>
            </a:r>
            <a:r>
              <a:t>général </a:t>
            </a:r>
            <a:r>
              <a:rPr dirty="0"/>
              <a:t>du </a:t>
            </a:r>
            <a:r>
              <a:rPr dirty="0" err="1"/>
              <a:t>projet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185</Words>
  <Application>Microsoft Office PowerPoint</Application>
  <PresentationFormat>On-screen Show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Soutenance - Challenge Machine Learning</vt:lpstr>
      <vt:lpstr>1. Introduction (1 minutes)</vt:lpstr>
      <vt:lpstr>2. Architecture globale de la solution (3 minutes)</vt:lpstr>
      <vt:lpstr>3. Détails techniques (7 minutes)</vt:lpstr>
      <vt:lpstr>4. Analyse des performances (3 minutes)</vt:lpstr>
      <vt:lpstr>5. Perspectives &amp; travaux non fructueux (5 minutes)</vt:lpstr>
      <vt:lpstr>6. Conclusion (1 minute)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- Challenge Machine Learning</dc:title>
  <dc:subject/>
  <dc:creator/>
  <cp:keywords/>
  <dc:description>generated using python-pptx</dc:description>
  <cp:lastModifiedBy>Kevin PASINI</cp:lastModifiedBy>
  <cp:revision>6</cp:revision>
  <dcterms:created xsi:type="dcterms:W3CDTF">2013-01-27T09:14:16Z</dcterms:created>
  <dcterms:modified xsi:type="dcterms:W3CDTF">2025-11-15T17:24:10Z</dcterms:modified>
  <cp:category/>
</cp:coreProperties>
</file>